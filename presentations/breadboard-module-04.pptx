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e8ab6a392542b3" /><Relationship Type="http://schemas.openxmlformats.org/officeDocument/2006/relationships/extended-properties" Target="/docProps/app.xml" Id="R5e35debde3f44faa" /><Relationship Type="http://schemas.openxmlformats.org/officeDocument/2006/relationships/officeDocument" Target="/ppt/presentation.xml" Id="R8b7db8fc707a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50b4db0c3424d"/>
  </p:sldMasterIdLst>
  <p:notesMasterIdLst>
    <p:notesMasterId xmlns:r="http://schemas.openxmlformats.org/officeDocument/2006/relationships" r:id="R6857609adf8d43cf"/>
  </p:notesMasterIdLst>
  <p:sldIdLst>
    <p:sldId xmlns:r="http://schemas.openxmlformats.org/officeDocument/2006/relationships" id="256" r:id="R7cdc7dbf900a4638"/>
    <p:sldId xmlns:r="http://schemas.openxmlformats.org/officeDocument/2006/relationships" id="257" r:id="Raeb935fb206f409f"/>
    <p:sldId xmlns:r="http://schemas.openxmlformats.org/officeDocument/2006/relationships" id="258" r:id="R60cbf3dea5ff426c"/>
    <p:sldId xmlns:r="http://schemas.openxmlformats.org/officeDocument/2006/relationships" id="259" r:id="R6a3c74ac3d6447d1"/>
    <p:sldId xmlns:r="http://schemas.openxmlformats.org/officeDocument/2006/relationships" id="260" r:id="R822476617f33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c9f50d1ab4a2c" /><Relationship Type="http://schemas.openxmlformats.org/officeDocument/2006/relationships/slideMaster" Target="/ppt/slideMasters/slideMaster1.xml" Id="Rb7f50b4db0c3424d" /><Relationship Type="http://schemas.openxmlformats.org/officeDocument/2006/relationships/notesMaster" Target="/ppt/notesMasters/notesMaster1.xml" Id="R6857609adf8d43cf" /><Relationship Type="http://schemas.openxmlformats.org/officeDocument/2006/relationships/presProps" Target="/ppt/presProps.xml" Id="R0ac30068b7a54fa0" /><Relationship Type="http://schemas.openxmlformats.org/officeDocument/2006/relationships/tableStyles" Target="/ppt/tableStyles.xml" Id="Rf29fb8d2bd344790" /><Relationship Type="http://schemas.openxmlformats.org/officeDocument/2006/relationships/slide" Target="/ppt/slides/slide1.xml" Id="R7cdc7dbf900a4638" /><Relationship Type="http://schemas.openxmlformats.org/officeDocument/2006/relationships/slide" Target="/ppt/slides/slide2.xml" Id="Raeb935fb206f409f" /><Relationship Type="http://schemas.openxmlformats.org/officeDocument/2006/relationships/slide" Target="/ppt/slides/slide3.xml" Id="R60cbf3dea5ff426c" /><Relationship Type="http://schemas.openxmlformats.org/officeDocument/2006/relationships/slide" Target="/ppt/slides/slide4.xml" Id="R6a3c74ac3d6447d1" /><Relationship Type="http://schemas.openxmlformats.org/officeDocument/2006/relationships/slide" Target="/ppt/slides/slide5.xml" Id="R822476617f33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906fcf82d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12a272a3e94cc9" /><Relationship Type="http://schemas.openxmlformats.org/officeDocument/2006/relationships/notesMaster" Target="/ppt/notesMasters/notesMaster1.xml" Id="Ra76f4715abca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3da1d713d4e54" /><Relationship Type="http://schemas.openxmlformats.org/officeDocument/2006/relationships/notesMaster" Target="/ppt/notesMasters/notesMaster1.xml" Id="R5cfb03261e364b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dbbfe3589e4553" /><Relationship Type="http://schemas.openxmlformats.org/officeDocument/2006/relationships/notesMaster" Target="/ppt/notesMasters/notesMaster1.xml" Id="R14f312398df2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d6fd19c8a54888" /><Relationship Type="http://schemas.openxmlformats.org/officeDocument/2006/relationships/notesMaster" Target="/ppt/notesMasters/notesMaster1.xml" Id="R8e1ae351bc9e48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b7890aca214176" /><Relationship Type="http://schemas.openxmlformats.org/officeDocument/2006/relationships/notesMaster" Target="/ppt/notesMasters/notesMaster1.xml" Id="R9943106bc26a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b9f6afa624a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402cfee404584" /><Relationship Type="http://schemas.openxmlformats.org/officeDocument/2006/relationships/slideLayout" Target="/ppt/slideLayouts/slideLayout1.xml" Id="R7373868b8f92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3868b8f92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c09b91f094cb7" /><Relationship Type="http://schemas.openxmlformats.org/officeDocument/2006/relationships/image" Target="/ppt/media/image.png" Id="R92150631e80b49f0" /><Relationship Type="http://schemas.openxmlformats.org/officeDocument/2006/relationships/notesSlide" Target="/ppt/notesSlides/notesSlide1.xml" Id="R8b639aa3e594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dcf7964ef4b3a" /><Relationship Type="http://schemas.openxmlformats.org/officeDocument/2006/relationships/image" Target="/ppt/media/image.jpeg" Id="R9d1253a144fa49f6" /><Relationship Type="http://schemas.openxmlformats.org/officeDocument/2006/relationships/notesSlide" Target="/ppt/notesSlides/notesSlide2.xml" Id="R5dd689ce11fe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c7d9a69094d42" /><Relationship Type="http://schemas.openxmlformats.org/officeDocument/2006/relationships/image" Target="/ppt/media/image2.jpeg" Id="R49a4ad0e5f7544e8" /><Relationship Type="http://schemas.openxmlformats.org/officeDocument/2006/relationships/notesSlide" Target="/ppt/notesSlides/notesSlide3.xml" Id="Rb7e175ae73f84a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1087fdb5544d9" /><Relationship Type="http://schemas.openxmlformats.org/officeDocument/2006/relationships/image" Target="/ppt/media/image3.jpeg" Id="R6c78e99b5cc8422a" /><Relationship Type="http://schemas.openxmlformats.org/officeDocument/2006/relationships/notesSlide" Target="/ppt/notesSlides/notesSlide4.xml" Id="R0e76af5fc34746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4725598314170" /><Relationship Type="http://schemas.openxmlformats.org/officeDocument/2006/relationships/notesSlide" Target="/ppt/notesSlides/notesSlide5.xml" Id="R1064e40654b143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50631e80b49f0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67B12EC-778D-4E3F-BEEE-8E5C7EF7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6840FE2-2CCE-4F47-B2DE-6F6FE34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4 OF 5 · WEEKS 7–8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057237-96A8-46AF-BC38-1CF584FA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Consistent sanding and responsible finishing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7429435-65E7-4185-B7A2-1C8A3DEC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Prepare the complete surface, control finishing hazards and manage materials without unnecessary waste.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ADBBEF2-45AB-4340-A797-F6E4E70E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Bread Board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876130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F36132AA-ED44-41C0-A781-3964F82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4 OF 5 · WEEKS 7–8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1C4BA72-B5A6-4620-A027-88F1C29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253a144fa49f6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00D4F744-994B-49BD-92DE-6AEEC9B6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consistent surface needs a planned sanding sequence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7AFDB47B-F954-446E-87B7-07B2EFC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Inspect the whole board, work evenly and remove the previous scratch pattern before moving to the next approved stage.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09AE59C0-A749-492E-9222-542E97C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3578035A-459B-4D04-8431-989686E9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One smooth patch does not prove the complete surface is ready.</a:t>
            </a:r>
          </a:p>
        </p:txBody>
      </p:sp>
    </p:spTree>
    <p:extLst>
      <p:ext uri="{BB962C8B-B14F-4D97-AF65-F5344CB8AC3E}">
        <p14:creationId xmlns:p14="http://schemas.microsoft.com/office/powerpoint/2010/main" val="1649341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3140B2EE-74EF-4995-B16E-936D668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4 OF 5 · WEEKS 7–8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A680BDDD-7C14-40E4-8D45-5D169D7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1E18C094-746D-47F4-9F06-7F88782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4ad0e5f7544e8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A2B81D80-463B-4007-8EC8-37C1780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Finish preparation includes safety and cleanliness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E88C6660-261C-473E-8539-7ADE48E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Confirm the approved product, label, SDS, ventilation, PPE and clean work area before finishing materials are opened.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93455DD8-C21B-49A7-9580-88550E9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C3C6431B-6E43-4914-9E03-56E6968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only the product and process supplied or approved by the teacher.</a:t>
            </a:r>
          </a:p>
        </p:txBody>
      </p:sp>
    </p:spTree>
    <p:extLst>
      <p:ext uri="{BB962C8B-B14F-4D97-AF65-F5344CB8AC3E}">
        <p14:creationId xmlns:p14="http://schemas.microsoft.com/office/powerpoint/2010/main" val="1520249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E9BAC7B6-8CBF-4A00-83C4-A487A4E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4 OF 5 · WEEKS 7–8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8197864-0EFE-4F73-B8DB-489DF0B4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8e99b5cc8422a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7ECF0453-105F-458A-A071-8D0CF02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Responsible finishing protects people and resources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4502FC0F-573C-483E-99CA-CB933F6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only what is needed, prevent contamination and handle oily rags and finish waste exactly as directed.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4DE73851-A6F6-4418-B362-A746810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9FF2D367-ED5F-44D2-A5F2-B8051CD3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Durability and correct waste control are part of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1729348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1BAB2D04-96CC-4E83-9B2F-1E32019F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B2D4A101-E9CC-4971-9CF6-9E311E57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DC801D3A-54C1-45DB-83CF-4B2B6E1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CAB4124-3A28-468D-906D-AFEB32C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finish succeeds only when the whole surface, workspace and safety system are ready.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57C643BE-B30F-4E56-8602-55C2625B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save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232889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2026-08-15T09:57:12.6070000Z</dcterms:created>
  <dcterms:modified xsi:type="dcterms:W3CDTF">2026-08-15T09:57:12.6070000Z</dcterms:modified>
</coreProperties>
</file>