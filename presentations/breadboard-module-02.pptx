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31f7c22329b4234" /><Relationship Type="http://schemas.openxmlformats.org/officeDocument/2006/relationships/extended-properties" Target="/docProps/app.xml" Id="R3e40bc71e6034ada" /><Relationship Type="http://schemas.openxmlformats.org/officeDocument/2006/relationships/officeDocument" Target="/ppt/presentation.xml" Id="R86c69acc400e49c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e7db94f2a35413e"/>
  </p:sldMasterIdLst>
  <p:notesMasterIdLst>
    <p:notesMasterId xmlns:r="http://schemas.openxmlformats.org/officeDocument/2006/relationships" r:id="Rd35365ee78be44ba"/>
  </p:notesMasterIdLst>
  <p:sldIdLst>
    <p:sldId xmlns:r="http://schemas.openxmlformats.org/officeDocument/2006/relationships" id="256" r:id="R19b19db15a5f445a"/>
    <p:sldId xmlns:r="http://schemas.openxmlformats.org/officeDocument/2006/relationships" id="257" r:id="Rc83f4f86f0d34713"/>
    <p:sldId xmlns:r="http://schemas.openxmlformats.org/officeDocument/2006/relationships" id="258" r:id="R206e102e2fb74581"/>
    <p:sldId xmlns:r="http://schemas.openxmlformats.org/officeDocument/2006/relationships" id="259" r:id="R24a5023f04b94c9e"/>
    <p:sldId xmlns:r="http://schemas.openxmlformats.org/officeDocument/2006/relationships" id="260" r:id="R0919808c72f44f2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2fe94245d844f0f" /><Relationship Type="http://schemas.openxmlformats.org/officeDocument/2006/relationships/slideMaster" Target="/ppt/slideMasters/slideMaster1.xml" Id="R5e7db94f2a35413e" /><Relationship Type="http://schemas.openxmlformats.org/officeDocument/2006/relationships/notesMaster" Target="/ppt/notesMasters/notesMaster1.xml" Id="Rd35365ee78be44ba" /><Relationship Type="http://schemas.openxmlformats.org/officeDocument/2006/relationships/presProps" Target="/ppt/presProps.xml" Id="R68d5401ae80d4595" /><Relationship Type="http://schemas.openxmlformats.org/officeDocument/2006/relationships/tableStyles" Target="/ppt/tableStyles.xml" Id="Rc5ebbf9db7b64d9f" /><Relationship Type="http://schemas.openxmlformats.org/officeDocument/2006/relationships/slide" Target="/ppt/slides/slide1.xml" Id="R19b19db15a5f445a" /><Relationship Type="http://schemas.openxmlformats.org/officeDocument/2006/relationships/slide" Target="/ppt/slides/slide2.xml" Id="Rc83f4f86f0d34713" /><Relationship Type="http://schemas.openxmlformats.org/officeDocument/2006/relationships/slide" Target="/ppt/slides/slide3.xml" Id="R206e102e2fb74581" /><Relationship Type="http://schemas.openxmlformats.org/officeDocument/2006/relationships/slide" Target="/ppt/slides/slide4.xml" Id="R24a5023f04b94c9e" /><Relationship Type="http://schemas.openxmlformats.org/officeDocument/2006/relationships/slide" Target="/ppt/slides/slide5.xml" Id="R0919808c72f44f2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b7f8951aedb441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0565ef1d9194604" /><Relationship Type="http://schemas.openxmlformats.org/officeDocument/2006/relationships/notesMaster" Target="/ppt/notesMasters/notesMaster1.xml" Id="R7f3524edad99456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60af784b6f54422" /><Relationship Type="http://schemas.openxmlformats.org/officeDocument/2006/relationships/notesMaster" Target="/ppt/notesMasters/notesMaster1.xml" Id="Rb44cb3579b0144a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61933b5e2f647ec" /><Relationship Type="http://schemas.openxmlformats.org/officeDocument/2006/relationships/notesMaster" Target="/ppt/notesMasters/notesMaster1.xml" Id="R724c4a583cbe4cd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4835ef33cfa4bb5" /><Relationship Type="http://schemas.openxmlformats.org/officeDocument/2006/relationships/notesMaster" Target="/ppt/notesMasters/notesMaster1.xml" Id="R84ce27320da3416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9ff3239dee4445e" /><Relationship Type="http://schemas.openxmlformats.org/officeDocument/2006/relationships/notesMaster" Target="/ppt/notesMasters/notesMaster1.xml" Id="Radb3069023974fc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8e02d18fb64b5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66b736931104629" /><Relationship Type="http://schemas.openxmlformats.org/officeDocument/2006/relationships/slideLayout" Target="/ppt/slideLayouts/slideLayout1.xml" Id="R1c88e99e3f93444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c88e99e3f93444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26c58d901d405c" /><Relationship Type="http://schemas.openxmlformats.org/officeDocument/2006/relationships/image" Target="/ppt/media/image.png" Id="Ra10f7a50b85a4b42" /><Relationship Type="http://schemas.openxmlformats.org/officeDocument/2006/relationships/notesSlide" Target="/ppt/notesSlides/notesSlide1.xml" Id="Rd0bf5bce065e4ac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5063b8eb0246df" /><Relationship Type="http://schemas.openxmlformats.org/officeDocument/2006/relationships/image" Target="/ppt/media/image.jpeg" Id="Rb526e6d233a34603" /><Relationship Type="http://schemas.openxmlformats.org/officeDocument/2006/relationships/notesSlide" Target="/ppt/notesSlides/notesSlide2.xml" Id="R71820dc41d85414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53a66555e84ded" /><Relationship Type="http://schemas.openxmlformats.org/officeDocument/2006/relationships/image" Target="/ppt/media/image2.png" Id="R6ca1b764b0a844c6" /><Relationship Type="http://schemas.openxmlformats.org/officeDocument/2006/relationships/notesSlide" Target="/ppt/notesSlides/notesSlide3.xml" Id="Reeacf6c152e840e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f60b1fa7a54524" /><Relationship Type="http://schemas.openxmlformats.org/officeDocument/2006/relationships/image" Target="/ppt/media/image2.jpeg" Id="Rf00d92eb9ef742b8" /><Relationship Type="http://schemas.openxmlformats.org/officeDocument/2006/relationships/notesSlide" Target="/ppt/notesSlides/notesSlide4.xml" Id="Rb632bdbb4c1f428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9e0e90e22443b5" /><Relationship Type="http://schemas.openxmlformats.org/officeDocument/2006/relationships/notesSlide" Target="/ppt/notesSlides/notesSlide5.xml" Id="R7d277f480f1c47e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0f7a50b85a4b42"/>
          <a:srcRect xmlns:a="http://schemas.openxmlformats.org/drawingml/2006/main" l="27332" t="0" r="2733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0" y="0"/>
            <a:ext cx="55245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041F0F30-51E3-46F6-A631-7F1D34118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0"/>
            <a:ext cx="381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3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D10F734D-2EDF-42C3-93BF-243DCAF75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85800"/>
            <a:ext cx="533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15D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15D3A"/>
                </a:solidFill>
                <a:latin typeface="Arial"/>
                <a:ea typeface="Arial"/>
                <a:cs typeface="Arial"/>
              </a:rPr>
              <a:t>MODULE 2 OF 5 · WEEKS 3–4</a:t>
            </a:r>
          </a:p>
        </p:txBody>
      </p:sp>
      <p:sp>
        <p:nvSpPr>
          <p:cNvPr id="4" name="cover-title">
            <a:extLst xmlns:a="http://schemas.openxmlformats.org/drawingml/2006/main">
              <a:ext uri="{FF2B5EF4-FFF2-40B4-BE49-F238E27FC236}">
                <a16:creationId xmlns:a16="http://schemas.microsoft.com/office/drawing/2014/main" id="{E66D7496-80F9-411B-919C-7DCCB0F76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04950"/>
            <a:ext cx="52387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0263D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10263D"/>
                </a:solidFill>
                <a:latin typeface="Arial"/>
                <a:ea typeface="Arial"/>
                <a:cs typeface="Arial"/>
              </a:rPr>
              <a:t>Grain, joint layout and controlled shaping</a:t>
            </a:r>
          </a:p>
        </p:txBody>
      </p:sp>
      <p:sp>
        <p:nvSpPr>
          <p:cNvPr id="5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C4A80A43-2865-4E50-8910-0CE81DF08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95750"/>
            <a:ext cx="51435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526579"/>
                </a:solidFill>
                <a:latin typeface="Arial"/>
                <a:ea typeface="Arial"/>
                <a:cs typeface="Arial"/>
              </a:rPr>
              <a:t>Plan component orientation, transfer matching biscuit positions and preserve the approved boundaries.</a:t>
            </a:r>
          </a:p>
        </p:txBody>
      </p:sp>
      <p:sp>
        <p:nvSpPr>
          <p:cNvPr id="6" name="cover-footer">
            <a:extLst xmlns:a="http://schemas.openxmlformats.org/drawingml/2006/main">
              <a:ext uri="{FF2B5EF4-FFF2-40B4-BE49-F238E27FC236}">
                <a16:creationId xmlns:a16="http://schemas.microsoft.com/office/drawing/2014/main" id="{699D52A8-094E-4648-8DF3-28AC4FA95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531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26579"/>
                </a:solidFill>
                <a:latin typeface="Arial"/>
                <a:ea typeface="Arial"/>
                <a:cs typeface="Arial"/>
              </a:rPr>
              <a:t>Bread Board Guided Course</a:t>
            </a:r>
          </a:p>
        </p:txBody>
      </p:sp>
    </p:spTree>
    <p:extLst>
      <p:ext uri="{BB962C8B-B14F-4D97-AF65-F5344CB8AC3E}">
        <p14:creationId xmlns:p14="http://schemas.microsoft.com/office/powerpoint/2010/main" val="212167234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label-2">
            <a:extLst xmlns:a="http://schemas.openxmlformats.org/drawingml/2006/main">
              <a:ext uri="{FF2B5EF4-FFF2-40B4-BE49-F238E27FC236}">
                <a16:creationId xmlns:a16="http://schemas.microsoft.com/office/drawing/2014/main" id="{C721907C-276C-4FB1-A4DA-103B2FF56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15D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15D3A"/>
                </a:solidFill>
                <a:latin typeface="Arial"/>
                <a:ea typeface="Arial"/>
                <a:cs typeface="Arial"/>
              </a:rPr>
              <a:t>MODULE 2 OF 5 · WEEKS 3–4</a:t>
            </a:r>
          </a:p>
        </p:txBody>
      </p:sp>
      <p:sp>
        <p:nvSpPr>
          <p:cNvPr id="2" name="page-2">
            <a:extLst xmlns:a="http://schemas.openxmlformats.org/drawingml/2006/main">
              <a:ext uri="{FF2B5EF4-FFF2-40B4-BE49-F238E27FC236}">
                <a16:creationId xmlns:a16="http://schemas.microsoft.com/office/drawing/2014/main" id="{8CDE5DD1-6674-4F50-8E5B-647FF4D96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2460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26579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26e6d233a34603"/>
          <a:srcRect xmlns:a="http://schemas.openxmlformats.org/drawingml/2006/main" l="0" t="4237" r="0" b="423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72250" y="857250"/>
            <a:ext cx="5619750" cy="5143500"/>
          </a:xfrm>
          <a:prstGeom xmlns:a="http://schemas.openxmlformats.org/drawingml/2006/main" prst="rect">
            <a:avLst/>
          </a:prstGeom>
        </p:spPr>
      </p:pic>
      <p:sp>
        <p:nvSpPr>
          <p:cNvPr id="4" name="topic-title-0">
            <a:extLst xmlns:a="http://schemas.openxmlformats.org/drawingml/2006/main">
              <a:ext uri="{FF2B5EF4-FFF2-40B4-BE49-F238E27FC236}">
                <a16:creationId xmlns:a16="http://schemas.microsoft.com/office/drawing/2014/main" id="{FC6A7667-683B-4F7D-BDA3-A674EDEB0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00150"/>
            <a:ext cx="4953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63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63D"/>
                </a:solidFill>
                <a:latin typeface="Arial"/>
                <a:ea typeface="Arial"/>
                <a:cs typeface="Arial"/>
              </a:rPr>
              <a:t>Read the grain before arranging components</a:t>
            </a:r>
          </a:p>
        </p:txBody>
      </p:sp>
      <p:sp>
        <p:nvSpPr>
          <p:cNvPr id="5" name="topic-body-0">
            <a:extLst xmlns:a="http://schemas.openxmlformats.org/drawingml/2006/main">
              <a:ext uri="{FF2B5EF4-FFF2-40B4-BE49-F238E27FC236}">
                <a16:creationId xmlns:a16="http://schemas.microsoft.com/office/drawing/2014/main" id="{24841CBA-64F0-4672-B527-018A8294D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52750"/>
            <a:ext cx="4857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526579"/>
                </a:solidFill>
                <a:latin typeface="Arial"/>
                <a:ea typeface="Arial"/>
                <a:cs typeface="Arial"/>
              </a:rPr>
              <a:t>Inspect grain direction and visible defects, then keep reference faces and component order clear during layout.</a:t>
            </a:r>
          </a:p>
        </p:txBody>
      </p:sp>
      <p:sp>
        <p:nvSpPr>
          <p:cNvPr id="6" name="check-rule-0">
            <a:extLst xmlns:a="http://schemas.openxmlformats.org/drawingml/2006/main">
              <a:ext uri="{FF2B5EF4-FFF2-40B4-BE49-F238E27FC236}">
                <a16:creationId xmlns:a16="http://schemas.microsoft.com/office/drawing/2014/main" id="{16932AB1-B01F-4D79-88DC-64930CCDA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62500"/>
            <a:ext cx="7810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7" name="topic-check-0">
            <a:extLst xmlns:a="http://schemas.openxmlformats.org/drawingml/2006/main">
              <a:ext uri="{FF2B5EF4-FFF2-40B4-BE49-F238E27FC236}">
                <a16:creationId xmlns:a16="http://schemas.microsoft.com/office/drawing/2014/main" id="{13E42754-AE20-42CC-B22E-729EFACE8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48250"/>
            <a:ext cx="48577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63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63D"/>
                </a:solidFill>
                <a:latin typeface="Arial"/>
                <a:ea typeface="Arial"/>
                <a:cs typeface="Arial"/>
              </a:rPr>
              <a:t>Orientation decisions affect appearance, shaping and later assembly.</a:t>
            </a:r>
          </a:p>
        </p:txBody>
      </p:sp>
    </p:spTree>
    <p:extLst>
      <p:ext uri="{BB962C8B-B14F-4D97-AF65-F5344CB8AC3E}">
        <p14:creationId xmlns:p14="http://schemas.microsoft.com/office/powerpoint/2010/main" val="198024965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label-3">
            <a:extLst xmlns:a="http://schemas.openxmlformats.org/drawingml/2006/main">
              <a:ext uri="{FF2B5EF4-FFF2-40B4-BE49-F238E27FC236}">
                <a16:creationId xmlns:a16="http://schemas.microsoft.com/office/drawing/2014/main" id="{90561143-CECD-4DD4-88F9-4FA042DDB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15D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15D3A"/>
                </a:solidFill>
                <a:latin typeface="Arial"/>
                <a:ea typeface="Arial"/>
                <a:cs typeface="Arial"/>
              </a:rPr>
              <a:t>MODULE 2 OF 5 · WEEKS 3–4</a:t>
            </a:r>
          </a:p>
        </p:txBody>
      </p:sp>
      <p:sp>
        <p:nvSpPr>
          <p:cNvPr id="2" name="page-3">
            <a:extLst xmlns:a="http://schemas.openxmlformats.org/drawingml/2006/main">
              <a:ext uri="{FF2B5EF4-FFF2-40B4-BE49-F238E27FC236}">
                <a16:creationId xmlns:a16="http://schemas.microsoft.com/office/drawing/2014/main" id="{EB1AD141-EDBE-4346-BD69-9A4416A7C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2460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26579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3" name="accent-1">
            <a:extLst xmlns:a="http://schemas.openxmlformats.org/drawingml/2006/main">
              <a:ext uri="{FF2B5EF4-FFF2-40B4-BE49-F238E27FC236}">
                <a16:creationId xmlns:a16="http://schemas.microsoft.com/office/drawing/2014/main" id="{866680D4-7AE5-465E-A947-CF5F03DC8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0"/>
            <a:ext cx="2667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a1b764b0a844c6"/>
          <a:srcRect xmlns:a="http://schemas.openxmlformats.org/drawingml/2006/main" l="0" t="4237" r="0" b="423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857250"/>
            <a:ext cx="5619750" cy="5143500"/>
          </a:xfrm>
          <a:prstGeom xmlns:a="http://schemas.openxmlformats.org/drawingml/2006/main" prst="rect">
            <a:avLst/>
          </a:prstGeom>
        </p:spPr>
      </p:pic>
      <p:sp>
        <p:nvSpPr>
          <p:cNvPr id="5" name="topic-title-1">
            <a:extLst xmlns:a="http://schemas.openxmlformats.org/drawingml/2006/main">
              <a:ext uri="{FF2B5EF4-FFF2-40B4-BE49-F238E27FC236}">
                <a16:creationId xmlns:a16="http://schemas.microsoft.com/office/drawing/2014/main" id="{0E2609EE-9411-4D45-B6D8-D32F7554D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200150"/>
            <a:ext cx="4953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63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63D"/>
                </a:solidFill>
                <a:latin typeface="Arial"/>
                <a:ea typeface="Arial"/>
                <a:cs typeface="Arial"/>
              </a:rPr>
              <a:t>Matching biscuit marks must share a reference</a:t>
            </a:r>
          </a:p>
        </p:txBody>
      </p:sp>
      <p:sp>
        <p:nvSpPr>
          <p:cNvPr id="6" name="topic-body-1">
            <a:extLst xmlns:a="http://schemas.openxmlformats.org/drawingml/2006/main">
              <a:ext uri="{FF2B5EF4-FFF2-40B4-BE49-F238E27FC236}">
                <a16:creationId xmlns:a16="http://schemas.microsoft.com/office/drawing/2014/main" id="{3CD18B63-1578-4E18-A86F-224C20495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952750"/>
            <a:ext cx="4857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526579"/>
                </a:solidFill>
                <a:latin typeface="Arial"/>
                <a:ea typeface="Arial"/>
                <a:cs typeface="Arial"/>
              </a:rPr>
              <a:t>Pair and label components, transfer joint positions carefully and verify that matching marks align before machining.</a:t>
            </a:r>
          </a:p>
        </p:txBody>
      </p:sp>
      <p:sp>
        <p:nvSpPr>
          <p:cNvPr id="7" name="check-rule-1">
            <a:extLst xmlns:a="http://schemas.openxmlformats.org/drawingml/2006/main">
              <a:ext uri="{FF2B5EF4-FFF2-40B4-BE49-F238E27FC236}">
                <a16:creationId xmlns:a16="http://schemas.microsoft.com/office/drawing/2014/main" id="{B0347E70-4177-4E47-9FEB-32031CFD1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762500"/>
            <a:ext cx="7810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8" name="topic-check-1">
            <a:extLst xmlns:a="http://schemas.openxmlformats.org/drawingml/2006/main">
              <a:ext uri="{FF2B5EF4-FFF2-40B4-BE49-F238E27FC236}">
                <a16:creationId xmlns:a16="http://schemas.microsoft.com/office/drawing/2014/main" id="{19B2D6F2-48A6-48E8-9670-C527AEFBA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048250"/>
            <a:ext cx="48577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63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63D"/>
                </a:solidFill>
                <a:latin typeface="Arial"/>
                <a:ea typeface="Arial"/>
                <a:cs typeface="Arial"/>
              </a:rPr>
              <a:t>The school machine, settings and permission process remain teacher controlled.</a:t>
            </a:r>
          </a:p>
        </p:txBody>
      </p:sp>
    </p:spTree>
    <p:extLst>
      <p:ext uri="{BB962C8B-B14F-4D97-AF65-F5344CB8AC3E}">
        <p14:creationId xmlns:p14="http://schemas.microsoft.com/office/powerpoint/2010/main" val="11612982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label-4">
            <a:extLst xmlns:a="http://schemas.openxmlformats.org/drawingml/2006/main">
              <a:ext uri="{FF2B5EF4-FFF2-40B4-BE49-F238E27FC236}">
                <a16:creationId xmlns:a16="http://schemas.microsoft.com/office/drawing/2014/main" id="{71B4E6A1-F924-42C3-B783-4657B9438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15D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15D3A"/>
                </a:solidFill>
                <a:latin typeface="Arial"/>
                <a:ea typeface="Arial"/>
                <a:cs typeface="Arial"/>
              </a:rPr>
              <a:t>MODULE 2 OF 5 · WEEKS 3–4</a:t>
            </a:r>
          </a:p>
        </p:txBody>
      </p:sp>
      <p:sp>
        <p:nvSpPr>
          <p:cNvPr id="2" name="page-4">
            <a:extLst xmlns:a="http://schemas.openxmlformats.org/drawingml/2006/main">
              <a:ext uri="{FF2B5EF4-FFF2-40B4-BE49-F238E27FC236}">
                <a16:creationId xmlns:a16="http://schemas.microsoft.com/office/drawing/2014/main" id="{B4BF674F-D848-46FB-809D-7E05DD789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2460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26579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0d92eb9ef742b8"/>
          <a:srcRect xmlns:a="http://schemas.openxmlformats.org/drawingml/2006/main" l="0" t="4237" r="0" b="423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72250" y="857250"/>
            <a:ext cx="5619750" cy="5143500"/>
          </a:xfrm>
          <a:prstGeom xmlns:a="http://schemas.openxmlformats.org/drawingml/2006/main" prst="rect">
            <a:avLst/>
          </a:prstGeom>
        </p:spPr>
      </p:pic>
      <p:sp>
        <p:nvSpPr>
          <p:cNvPr id="4" name="topic-title-2">
            <a:extLst xmlns:a="http://schemas.openxmlformats.org/drawingml/2006/main">
              <a:ext uri="{FF2B5EF4-FFF2-40B4-BE49-F238E27FC236}">
                <a16:creationId xmlns:a16="http://schemas.microsoft.com/office/drawing/2014/main" id="{7E13029A-175D-41DF-A7B4-0C2948F7F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00150"/>
            <a:ext cx="4953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63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63D"/>
                </a:solidFill>
                <a:latin typeface="Arial"/>
                <a:ea typeface="Arial"/>
                <a:cs typeface="Arial"/>
              </a:rPr>
              <a:t>Shape progressively towards the boundary</a:t>
            </a:r>
          </a:p>
        </p:txBody>
      </p:sp>
      <p:sp>
        <p:nvSpPr>
          <p:cNvPr id="5" name="topic-body-2">
            <a:extLst xmlns:a="http://schemas.openxmlformats.org/drawingml/2006/main">
              <a:ext uri="{FF2B5EF4-FFF2-40B4-BE49-F238E27FC236}">
                <a16:creationId xmlns:a16="http://schemas.microsoft.com/office/drawing/2014/main" id="{E66865E9-7EF8-4A9D-B0F9-E422F9261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52750"/>
            <a:ext cx="4857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526579"/>
                </a:solidFill>
                <a:latin typeface="Arial"/>
                <a:ea typeface="Arial"/>
                <a:cs typeface="Arial"/>
              </a:rPr>
              <a:t>Read the planned profile, remove waste in controlled stages and compare both ends before the line is lost.</a:t>
            </a:r>
          </a:p>
        </p:txBody>
      </p:sp>
      <p:sp>
        <p:nvSpPr>
          <p:cNvPr id="6" name="check-rule-2">
            <a:extLst xmlns:a="http://schemas.openxmlformats.org/drawingml/2006/main">
              <a:ext uri="{FF2B5EF4-FFF2-40B4-BE49-F238E27FC236}">
                <a16:creationId xmlns:a16="http://schemas.microsoft.com/office/drawing/2014/main" id="{168849E3-1D1D-47D4-8E1C-FCD211BCC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62500"/>
            <a:ext cx="7810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7" name="topic-check-2">
            <a:extLst xmlns:a="http://schemas.openxmlformats.org/drawingml/2006/main">
              <a:ext uri="{FF2B5EF4-FFF2-40B4-BE49-F238E27FC236}">
                <a16:creationId xmlns:a16="http://schemas.microsoft.com/office/drawing/2014/main" id="{B6209439-F64C-43EF-968B-E35B9C220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48250"/>
            <a:ext cx="48577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63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63D"/>
                </a:solidFill>
                <a:latin typeface="Arial"/>
                <a:ea typeface="Arial"/>
                <a:cs typeface="Arial"/>
              </a:rPr>
              <a:t>Stop for advice if the grain, profile or safe process is unclear.</a:t>
            </a:r>
          </a:p>
        </p:txBody>
      </p:sp>
    </p:spTree>
    <p:extLst>
      <p:ext uri="{BB962C8B-B14F-4D97-AF65-F5344CB8AC3E}">
        <p14:creationId xmlns:p14="http://schemas.microsoft.com/office/powerpoint/2010/main" val="92019086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label-5">
            <a:extLst xmlns:a="http://schemas.openxmlformats.org/drawingml/2006/main">
              <a:ext uri="{FF2B5EF4-FFF2-40B4-BE49-F238E27FC236}">
                <a16:creationId xmlns:a16="http://schemas.microsoft.com/office/drawing/2014/main" id="{C2674D15-3C41-4F4D-96D5-3FA6A5D19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15D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15D3A"/>
                </a:solidFill>
                <a:latin typeface="Arial"/>
                <a:ea typeface="Arial"/>
                <a:cs typeface="Arial"/>
              </a:rPr>
              <a:t>BEFORE YOU MOVE ON</a:t>
            </a:r>
          </a:p>
        </p:txBody>
      </p:sp>
      <p:sp>
        <p:nvSpPr>
          <p:cNvPr id="2" name="page-5">
            <a:extLst xmlns:a="http://schemas.openxmlformats.org/drawingml/2006/main">
              <a:ext uri="{FF2B5EF4-FFF2-40B4-BE49-F238E27FC236}">
                <a16:creationId xmlns:a16="http://schemas.microsoft.com/office/drawing/2014/main" id="{A4C5668B-FC2C-4410-9F28-8E2C4A067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2460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26579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" name="close-panel">
            <a:extLst xmlns:a="http://schemas.openxmlformats.org/drawingml/2006/main">
              <a:ext uri="{FF2B5EF4-FFF2-40B4-BE49-F238E27FC236}">
                <a16:creationId xmlns:a16="http://schemas.microsoft.com/office/drawing/2014/main" id="{D14A1865-5958-4F3B-8D9D-9B04238FB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4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</p:sp>
      <p:sp>
        <p:nvSpPr>
          <p:cNvPr id="4" name="close-title">
            <a:extLst xmlns:a="http://schemas.openxmlformats.org/drawingml/2006/main">
              <a:ext uri="{FF2B5EF4-FFF2-40B4-BE49-F238E27FC236}">
                <a16:creationId xmlns:a16="http://schemas.microsoft.com/office/drawing/2014/main" id="{046EE295-F382-4DBC-BE03-3FDD2EEC0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52625"/>
            <a:ext cx="10287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10263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263D"/>
                </a:solidFill>
                <a:latin typeface="Arial"/>
                <a:ea typeface="Arial"/>
                <a:cs typeface="Arial"/>
              </a:rPr>
              <a:t>Reliable orientation and transferred marks make later dry assembly easier to check and correct.</a:t>
            </a:r>
          </a:p>
        </p:txBody>
      </p:sp>
      <p:sp>
        <p:nvSpPr>
          <p:cNvPr id="5" name="close-action">
            <a:extLst xmlns:a="http://schemas.openxmlformats.org/drawingml/2006/main">
              <a:ext uri="{FF2B5EF4-FFF2-40B4-BE49-F238E27FC236}">
                <a16:creationId xmlns:a16="http://schemas.microsoft.com/office/drawing/2014/main" id="{809359EB-FF2A-47B7-85C5-66B5E47E7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21970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526579"/>
                </a:solidFill>
                <a:latin typeface="Arial"/>
                <a:ea typeface="Arial"/>
                <a:cs typeface="Arial"/>
              </a:rPr>
              <a:t>Complete the knowledge checks and written responses, then save your evidence as directed.</a:t>
            </a:r>
          </a:p>
        </p:txBody>
      </p:sp>
    </p:spTree>
    <p:extLst>
      <p:ext uri="{BB962C8B-B14F-4D97-AF65-F5344CB8AC3E}">
        <p14:creationId xmlns:p14="http://schemas.microsoft.com/office/powerpoint/2010/main" val="202543835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2026-08-15T09:57:10.8480000Z</dcterms:created>
  <dcterms:modified xsi:type="dcterms:W3CDTF">2026-08-15T09:57:10.8480000Z</dcterms:modified>
</coreProperties>
</file>