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bb86fa1af84fbb" /><Relationship Type="http://schemas.openxmlformats.org/officeDocument/2006/relationships/extended-properties" Target="/docProps/app.xml" Id="R4e3ecb4653a44682" /><Relationship Type="http://schemas.openxmlformats.org/officeDocument/2006/relationships/officeDocument" Target="/ppt/presentation.xml" Id="R59a51637d0de49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9d1448ab224417"/>
  </p:sldMasterIdLst>
  <p:notesMasterIdLst>
    <p:notesMasterId xmlns:r="http://schemas.openxmlformats.org/officeDocument/2006/relationships" r:id="R4877fdfc97fc443f"/>
  </p:notesMasterIdLst>
  <p:sldIdLst>
    <p:sldId xmlns:r="http://schemas.openxmlformats.org/officeDocument/2006/relationships" id="256" r:id="Rfc3a042c117d4f70"/>
    <p:sldId xmlns:r="http://schemas.openxmlformats.org/officeDocument/2006/relationships" id="257" r:id="Rd64987c01dcc4d9c"/>
    <p:sldId xmlns:r="http://schemas.openxmlformats.org/officeDocument/2006/relationships" id="258" r:id="Rf5ce3eee7cb14a5f"/>
    <p:sldId xmlns:r="http://schemas.openxmlformats.org/officeDocument/2006/relationships" id="259" r:id="Rffef0c834f374e50"/>
    <p:sldId xmlns:r="http://schemas.openxmlformats.org/officeDocument/2006/relationships" id="260" r:id="R7471f122eb0e48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214aa202fa4f35" /><Relationship Type="http://schemas.openxmlformats.org/officeDocument/2006/relationships/slideMaster" Target="/ppt/slideMasters/slideMaster1.xml" Id="Rfa9d1448ab224417" /><Relationship Type="http://schemas.openxmlformats.org/officeDocument/2006/relationships/notesMaster" Target="/ppt/notesMasters/notesMaster1.xml" Id="R4877fdfc97fc443f" /><Relationship Type="http://schemas.openxmlformats.org/officeDocument/2006/relationships/presProps" Target="/ppt/presProps.xml" Id="Ra7f9a6e36b1f4938" /><Relationship Type="http://schemas.openxmlformats.org/officeDocument/2006/relationships/tableStyles" Target="/ppt/tableStyles.xml" Id="R1348a0a1c5434fba" /><Relationship Type="http://schemas.openxmlformats.org/officeDocument/2006/relationships/slide" Target="/ppt/slides/slide1.xml" Id="Rfc3a042c117d4f70" /><Relationship Type="http://schemas.openxmlformats.org/officeDocument/2006/relationships/slide" Target="/ppt/slides/slide2.xml" Id="Rd64987c01dcc4d9c" /><Relationship Type="http://schemas.openxmlformats.org/officeDocument/2006/relationships/slide" Target="/ppt/slides/slide3.xml" Id="Rf5ce3eee7cb14a5f" /><Relationship Type="http://schemas.openxmlformats.org/officeDocument/2006/relationships/slide" Target="/ppt/slides/slide4.xml" Id="Rffef0c834f374e50" /><Relationship Type="http://schemas.openxmlformats.org/officeDocument/2006/relationships/slide" Target="/ppt/slides/slide5.xml" Id="R7471f122eb0e48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dc1b4277084e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e330afe7cf41d6" /><Relationship Type="http://schemas.openxmlformats.org/officeDocument/2006/relationships/notesMaster" Target="/ppt/notesMasters/notesMaster1.xml" Id="R404c37e6848742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2bc79d69ba4563" /><Relationship Type="http://schemas.openxmlformats.org/officeDocument/2006/relationships/notesMaster" Target="/ppt/notesMasters/notesMaster1.xml" Id="R5ab872a8815449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318f96c2e44f27" /><Relationship Type="http://schemas.openxmlformats.org/officeDocument/2006/relationships/notesMaster" Target="/ppt/notesMasters/notesMaster1.xml" Id="R573cbcbae6a64e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d8b787dc3e4fa8" /><Relationship Type="http://schemas.openxmlformats.org/officeDocument/2006/relationships/notesMaster" Target="/ppt/notesMasters/notesMaster1.xml" Id="R62de40c9c34b48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d61b8fca5d46c1" /><Relationship Type="http://schemas.openxmlformats.org/officeDocument/2006/relationships/notesMaster" Target="/ppt/notesMasters/notesMaster1.xml" Id="Rd015040ce4d142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5588efb2641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8a6e41457e4353" /><Relationship Type="http://schemas.openxmlformats.org/officeDocument/2006/relationships/slideLayout" Target="/ppt/slideLayouts/slideLayout1.xml" Id="Rf1987b7e9d614d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987b7e9d614d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23beaceae44e9" /><Relationship Type="http://schemas.openxmlformats.org/officeDocument/2006/relationships/image" Target="/ppt/media/image.png" Id="R9895a39e8ef34988" /><Relationship Type="http://schemas.openxmlformats.org/officeDocument/2006/relationships/notesSlide" Target="/ppt/notesSlides/notesSlide1.xml" Id="R5e902270be844e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b7087077643b4" /><Relationship Type="http://schemas.openxmlformats.org/officeDocument/2006/relationships/image" Target="/ppt/media/image.jpeg" Id="R8b7b471ecdd748fb" /><Relationship Type="http://schemas.openxmlformats.org/officeDocument/2006/relationships/notesSlide" Target="/ppt/notesSlides/notesSlide2.xml" Id="Rf55b51be924646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dc05f8f184f3d" /><Relationship Type="http://schemas.openxmlformats.org/officeDocument/2006/relationships/image" Target="/ppt/media/image2.png" Id="R639d9209555b43f2" /><Relationship Type="http://schemas.openxmlformats.org/officeDocument/2006/relationships/notesSlide" Target="/ppt/notesSlides/notesSlide3.xml" Id="Raee49a41a61348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42982fb024b2f" /><Relationship Type="http://schemas.openxmlformats.org/officeDocument/2006/relationships/image" Target="/ppt/media/image3.png" Id="R1e9cfb2a088f4c13" /><Relationship Type="http://schemas.openxmlformats.org/officeDocument/2006/relationships/notesSlide" Target="/ppt/notesSlides/notesSlide4.xml" Id="R6afa178dad6e4b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0437099ca421f" /><Relationship Type="http://schemas.openxmlformats.org/officeDocument/2006/relationships/notesSlide" Target="/ppt/notesSlides/notesSlide5.xml" Id="R67fe4bfb363f41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5a39e8ef34988"/>
          <a:srcRect xmlns:a="http://schemas.openxmlformats.org/drawingml/2006/main" l="27196" t="0" r="271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727EC4D-2158-4130-9485-CE882FBA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AF16877-B913-46F6-8B54-8541EC1E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5 OF 5 · WEEKS 9–10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B291AC0-B2C4-4D94-88EF-7E60FDB8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Evaluate, document and hand over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ED5E049-58E1-4F30-8BA1-5CDA9B29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14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Use observable evidence, purposeful folio records and a professional workshop handover.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C3D1C475-0AE5-4902-850D-2C1BCAB7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Bread Board Guided Course</a:t>
            </a:r>
          </a:p>
        </p:txBody>
      </p:sp>
    </p:spTree>
    <p:extLst>
      <p:ext uri="{BB962C8B-B14F-4D97-AF65-F5344CB8AC3E}">
        <p14:creationId xmlns:p14="http://schemas.microsoft.com/office/powerpoint/2010/main" val="1960417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225706B5-BC40-4F9E-A563-FD0207B8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5 OF 5 · WEEKS 9–10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D5D2ACEB-A062-425C-BDA2-97F62D5D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b471ecdd748fb"/>
          <a:srcRect xmlns:a="http://schemas.openxmlformats.org/drawingml/2006/main" l="0" t="4237" r="0" b="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57250"/>
            <a:ext cx="5619750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0">
            <a:extLst xmlns:a="http://schemas.openxmlformats.org/drawingml/2006/main">
              <a:ext uri="{FF2B5EF4-FFF2-40B4-BE49-F238E27FC236}">
                <a16:creationId xmlns:a16="http://schemas.microsoft.com/office/drawing/2014/main" id="{9507A698-66C4-409D-A048-C3401480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Evaluate the result against the brief</a:t>
            </a:r>
          </a:p>
        </p:txBody>
      </p:sp>
      <p:sp>
        <p:nvSpPr>
          <p:cNvPr id="5" name="topic-body-0">
            <a:extLst xmlns:a="http://schemas.openxmlformats.org/drawingml/2006/main">
              <a:ext uri="{FF2B5EF4-FFF2-40B4-BE49-F238E27FC236}">
                <a16:creationId xmlns:a16="http://schemas.microsoft.com/office/drawing/2014/main" id="{D097E442-2A81-48A6-81BA-5FB025DD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579"/>
                </a:solidFill>
                <a:latin typeface="Arial"/>
                <a:ea typeface="Arial"/>
                <a:cs typeface="Arial"/>
              </a:rPr>
              <a:t>Compare the finished bread board with the plan, brief and teacher criteria, then separate observations from opinions.</a:t>
            </a:r>
          </a:p>
        </p:txBody>
      </p:sp>
      <p:sp>
        <p:nvSpPr>
          <p:cNvPr id="6" name="check-rule-0">
            <a:extLst xmlns:a="http://schemas.openxmlformats.org/drawingml/2006/main">
              <a:ext uri="{FF2B5EF4-FFF2-40B4-BE49-F238E27FC236}">
                <a16:creationId xmlns:a16="http://schemas.microsoft.com/office/drawing/2014/main" id="{59F2D88B-7885-44BC-9713-26F204B6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0">
            <a:extLst xmlns:a="http://schemas.openxmlformats.org/drawingml/2006/main">
              <a:ext uri="{FF2B5EF4-FFF2-40B4-BE49-F238E27FC236}">
                <a16:creationId xmlns:a16="http://schemas.microsoft.com/office/drawing/2014/main" id="{D059AB3B-942B-4B67-B042-FBEBBE7F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Name the evidence, likely cause and realistic improvement.</a:t>
            </a:r>
          </a:p>
        </p:txBody>
      </p:sp>
    </p:spTree>
    <p:extLst>
      <p:ext uri="{BB962C8B-B14F-4D97-AF65-F5344CB8AC3E}">
        <p14:creationId xmlns:p14="http://schemas.microsoft.com/office/powerpoint/2010/main" val="4567715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abel-3">
            <a:extLst xmlns:a="http://schemas.openxmlformats.org/drawingml/2006/main">
              <a:ext uri="{FF2B5EF4-FFF2-40B4-BE49-F238E27FC236}">
                <a16:creationId xmlns:a16="http://schemas.microsoft.com/office/drawing/2014/main" id="{5B21B565-FBB3-4FFF-9CB0-0911B23B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5 OF 5 · WEEKS 9–10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27A5B0DB-9856-4898-AE8A-446B90C9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accent-1">
            <a:extLst xmlns:a="http://schemas.openxmlformats.org/drawingml/2006/main">
              <a:ext uri="{FF2B5EF4-FFF2-40B4-BE49-F238E27FC236}">
                <a16:creationId xmlns:a16="http://schemas.microsoft.com/office/drawing/2014/main" id="{67665155-55E6-4AA5-8E98-A7369A78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d9209555b43f2"/>
          <a:srcRect xmlns:a="http://schemas.openxmlformats.org/drawingml/2006/main" l="9028" t="0" r="90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57250"/>
            <a:ext cx="5619750" cy="5143500"/>
          </a:xfrm>
          <a:prstGeom xmlns:a="http://schemas.openxmlformats.org/drawingml/2006/main" prst="rect">
            <a:avLst/>
          </a:prstGeom>
        </p:spPr>
      </p:pic>
      <p:sp>
        <p:nvSpPr>
          <p:cNvPr id="5" name="topic-title-1">
            <a:extLst xmlns:a="http://schemas.openxmlformats.org/drawingml/2006/main">
              <a:ext uri="{FF2B5EF4-FFF2-40B4-BE49-F238E27FC236}">
                <a16:creationId xmlns:a16="http://schemas.microsoft.com/office/drawing/2014/main" id="{E301138D-9079-43A8-913C-6EC6CFC3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00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Folio evidence must show a decision or change</a:t>
            </a:r>
          </a:p>
        </p:txBody>
      </p:sp>
      <p:sp>
        <p:nvSpPr>
          <p:cNvPr id="6" name="topic-body-1">
            <a:extLst xmlns:a="http://schemas.openxmlformats.org/drawingml/2006/main">
              <a:ext uri="{FF2B5EF4-FFF2-40B4-BE49-F238E27FC236}">
                <a16:creationId xmlns:a16="http://schemas.microsoft.com/office/drawing/2014/main" id="{53BADCCD-C979-421D-AD6F-4EBB971B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579"/>
                </a:solidFill>
                <a:latin typeface="Arial"/>
                <a:ea typeface="Arial"/>
                <a:cs typeface="Arial"/>
              </a:rPr>
              <a:t>Select authentic photographs and captions that explain what was checked, corrected or learned during the project.</a:t>
            </a:r>
          </a:p>
        </p:txBody>
      </p:sp>
      <p:sp>
        <p:nvSpPr>
          <p:cNvPr id="7" name="check-rule-1">
            <a:extLst xmlns:a="http://schemas.openxmlformats.org/drawingml/2006/main">
              <a:ext uri="{FF2B5EF4-FFF2-40B4-BE49-F238E27FC236}">
                <a16:creationId xmlns:a16="http://schemas.microsoft.com/office/drawing/2014/main" id="{D1000F7D-78DF-41DE-8413-713A6441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opic-check-1">
            <a:extLst xmlns:a="http://schemas.openxmlformats.org/drawingml/2006/main">
              <a:ext uri="{FF2B5EF4-FFF2-40B4-BE49-F238E27FC236}">
                <a16:creationId xmlns:a16="http://schemas.microsoft.com/office/drawing/2014/main" id="{241D90B2-4AC5-4ADE-8B6B-5192E9D3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Protect privacy and avoid evidence that does not belong to you.</a:t>
            </a:r>
          </a:p>
        </p:txBody>
      </p:sp>
    </p:spTree>
    <p:extLst>
      <p:ext uri="{BB962C8B-B14F-4D97-AF65-F5344CB8AC3E}">
        <p14:creationId xmlns:p14="http://schemas.microsoft.com/office/powerpoint/2010/main" val="236410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4">
            <a:extLst xmlns:a="http://schemas.openxmlformats.org/drawingml/2006/main">
              <a:ext uri="{FF2B5EF4-FFF2-40B4-BE49-F238E27FC236}">
                <a16:creationId xmlns:a16="http://schemas.microsoft.com/office/drawing/2014/main" id="{50D6351B-F626-4D09-973F-085ED3E2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5 OF 5 · WEEKS 9–10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82474157-2692-42F3-A83F-DD530EFD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cfb2a088f4c13"/>
          <a:srcRect xmlns:a="http://schemas.openxmlformats.org/drawingml/2006/main" l="19254" t="0" r="192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57250"/>
            <a:ext cx="5619750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2">
            <a:extLst xmlns:a="http://schemas.openxmlformats.org/drawingml/2006/main">
              <a:ext uri="{FF2B5EF4-FFF2-40B4-BE49-F238E27FC236}">
                <a16:creationId xmlns:a16="http://schemas.microsoft.com/office/drawing/2014/main" id="{9E4D934F-DC21-4B30-BFC0-91ED2159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Handover leaves the workshop ready for others</a:t>
            </a:r>
          </a:p>
        </p:txBody>
      </p:sp>
      <p:sp>
        <p:nvSpPr>
          <p:cNvPr id="5" name="topic-body-2">
            <a:extLst xmlns:a="http://schemas.openxmlformats.org/drawingml/2006/main">
              <a:ext uri="{FF2B5EF4-FFF2-40B4-BE49-F238E27FC236}">
                <a16:creationId xmlns:a16="http://schemas.microsoft.com/office/drawing/2014/main" id="{1BFB65FF-FC0C-420D-990C-980041D5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579"/>
                </a:solidFill>
                <a:latin typeface="Arial"/>
                <a:ea typeface="Arial"/>
                <a:cs typeface="Arial"/>
              </a:rPr>
              <a:t>Return tools, report damage, separate reusable material and waste, and store the project and records safely.</a:t>
            </a:r>
          </a:p>
        </p:txBody>
      </p:sp>
      <p:sp>
        <p:nvSpPr>
          <p:cNvPr id="6" name="check-rule-2">
            <a:extLst xmlns:a="http://schemas.openxmlformats.org/drawingml/2006/main">
              <a:ext uri="{FF2B5EF4-FFF2-40B4-BE49-F238E27FC236}">
                <a16:creationId xmlns:a16="http://schemas.microsoft.com/office/drawing/2014/main" id="{AE1BA23C-6093-4C08-B496-5AC51229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2">
            <a:extLst xmlns:a="http://schemas.openxmlformats.org/drawingml/2006/main">
              <a:ext uri="{FF2B5EF4-FFF2-40B4-BE49-F238E27FC236}">
                <a16:creationId xmlns:a16="http://schemas.microsoft.com/office/drawing/2014/main" id="{CC472B3F-159B-4077-B28D-26E081EF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Do not repair equipment or invent disposal methods without authority.</a:t>
            </a:r>
          </a:p>
        </p:txBody>
      </p:sp>
    </p:spTree>
    <p:extLst>
      <p:ext uri="{BB962C8B-B14F-4D97-AF65-F5344CB8AC3E}">
        <p14:creationId xmlns:p14="http://schemas.microsoft.com/office/powerpoint/2010/main" val="1684694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abel-5">
            <a:extLst xmlns:a="http://schemas.openxmlformats.org/drawingml/2006/main">
              <a:ext uri="{FF2B5EF4-FFF2-40B4-BE49-F238E27FC236}">
                <a16:creationId xmlns:a16="http://schemas.microsoft.com/office/drawing/2014/main" id="{AF7A4332-A2B2-4B25-ADBB-62CDC874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BEFORE YOU MOVE ON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50D54067-26B1-4A87-8C65-D6A30BB4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close-panel">
            <a:extLst xmlns:a="http://schemas.openxmlformats.org/drawingml/2006/main">
              <a:ext uri="{FF2B5EF4-FFF2-40B4-BE49-F238E27FC236}">
                <a16:creationId xmlns:a16="http://schemas.microsoft.com/office/drawing/2014/main" id="{3E1DDE72-AD78-4674-B0CB-5338EF0B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1208412-77A6-4EB3-A751-EA086FA3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Finish the project by saving evidence, making an honest judgement and leaving the workshop ready.</a:t>
            </a:r>
          </a:p>
        </p:txBody>
      </p:sp>
      <p:sp>
        <p:nvSpPr>
          <p:cNvPr id="5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AB858E70-6155-4E75-A3AC-FF55BD0C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Complete the knowledge checks and written responses, then save your evidence as directed.</a:t>
            </a:r>
          </a:p>
        </p:txBody>
      </p:sp>
    </p:spTree>
    <p:extLst>
      <p:ext uri="{BB962C8B-B14F-4D97-AF65-F5344CB8AC3E}">
        <p14:creationId xmlns:p14="http://schemas.microsoft.com/office/powerpoint/2010/main" val="2013645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2026-08-15T09:57:13.4370000Z</dcterms:created>
  <dcterms:modified xsi:type="dcterms:W3CDTF">2026-08-15T09:57:13.4370000Z</dcterms:modified>
</coreProperties>
</file>